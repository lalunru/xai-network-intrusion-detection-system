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6800" cy="3027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127000000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0693400" cy="75565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127000000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93400" y="12700"/>
            <a:ext cx="10693400" cy="75565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0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5138400"/>
            <a:ext cx="10693400" cy="7556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93400" y="7569200"/>
            <a:ext cx="10693400" cy="7556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93400" y="15138400"/>
            <a:ext cx="10693400" cy="7556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0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0" y="22720300"/>
            <a:ext cx="10693400" cy="7556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93400" y="22720300"/>
            <a:ext cx="10693400" cy="75565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0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7581900"/>
            <a:ext cx="10693400" cy="7556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